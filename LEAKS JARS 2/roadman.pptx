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  <p:sldMasterId id="2147483673" r:id="rId2"/>
  </p:sldMasterIdLst>
  <p:notesMasterIdLst>
    <p:notesMasterId r:id="rId10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353" r:id="rId19"/>
    <p:sldId id="354" r:id="rId20"/>
    <p:sldId id="362" r:id="rId21"/>
    <p:sldId id="363" r:id="rId22"/>
    <p:sldId id="355" r:id="rId23"/>
    <p:sldId id="356" r:id="rId24"/>
    <p:sldId id="352" r:id="rId25"/>
    <p:sldId id="272" r:id="rId26"/>
    <p:sldId id="273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342" r:id="rId40"/>
    <p:sldId id="295" r:id="rId41"/>
    <p:sldId id="296" r:id="rId42"/>
    <p:sldId id="297" r:id="rId43"/>
    <p:sldId id="298" r:id="rId44"/>
    <p:sldId id="341" r:id="rId45"/>
    <p:sldId id="288" r:id="rId46"/>
    <p:sldId id="289" r:id="rId47"/>
    <p:sldId id="290" r:id="rId48"/>
    <p:sldId id="291" r:id="rId49"/>
    <p:sldId id="292" r:id="rId50"/>
    <p:sldId id="293" r:id="rId51"/>
    <p:sldId id="351" r:id="rId52"/>
    <p:sldId id="357" r:id="rId53"/>
    <p:sldId id="358" r:id="rId54"/>
    <p:sldId id="359" r:id="rId55"/>
    <p:sldId id="343" r:id="rId56"/>
    <p:sldId id="344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45" r:id="rId65"/>
    <p:sldId id="306" r:id="rId66"/>
    <p:sldId id="307" r:id="rId67"/>
    <p:sldId id="308" r:id="rId68"/>
    <p:sldId id="309" r:id="rId69"/>
    <p:sldId id="347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46" r:id="rId78"/>
    <p:sldId id="310" r:id="rId79"/>
    <p:sldId id="311" r:id="rId80"/>
    <p:sldId id="319" r:id="rId81"/>
    <p:sldId id="320" r:id="rId82"/>
    <p:sldId id="321" r:id="rId83"/>
    <p:sldId id="348" r:id="rId84"/>
    <p:sldId id="349" r:id="rId85"/>
    <p:sldId id="324" r:id="rId86"/>
    <p:sldId id="325" r:id="rId87"/>
    <p:sldId id="326" r:id="rId88"/>
    <p:sldId id="327" r:id="rId89"/>
    <p:sldId id="328" r:id="rId90"/>
    <p:sldId id="329" r:id="rId91"/>
    <p:sldId id="330" r:id="rId92"/>
    <p:sldId id="331" r:id="rId93"/>
    <p:sldId id="332" r:id="rId94"/>
    <p:sldId id="333" r:id="rId95"/>
    <p:sldId id="334" r:id="rId96"/>
    <p:sldId id="350" r:id="rId97"/>
    <p:sldId id="336" r:id="rId98"/>
    <p:sldId id="337" r:id="rId99"/>
    <p:sldId id="360" r:id="rId100"/>
    <p:sldId id="338" r:id="rId101"/>
    <p:sldId id="361" r:id="rId102"/>
    <p:sldId id="339" r:id="rId10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98C175B-5923-425C-995E-F14A435B50D6}">
  <a:tblStyle styleId="{D98C175B-5923-425C-995E-F14A435B50D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5"/>
    <p:restoredTop sz="94674"/>
  </p:normalViewPr>
  <p:slideViewPr>
    <p:cSldViewPr snapToGrid="0">
      <p:cViewPr varScale="1">
        <p:scale>
          <a:sx n="92" d="100"/>
          <a:sy n="92" d="100"/>
        </p:scale>
        <p:origin x="504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07" Type="http://schemas.openxmlformats.org/officeDocument/2006/relationships/theme" Target="theme/theme1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fccef9c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fccef9ca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05c6f9516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05c6f9516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05c6f9516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05c6f9516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5c6f9516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5c6f9516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05c6f9516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05c6f9516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5c6f95168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05c6f95168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05c6f95168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05c6f95168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05c6f95168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05c6f95168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05c6f9516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105c6f9516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05c6f95168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05c6f95168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05c6f95168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05c6f95168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5c6f95168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5c6f95168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05c6f95168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05c6f95168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05c6f95168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05c6f95168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05c6f95168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05c6f95168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05c6f9516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105c6f9516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105c6f9516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105c6f9516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05c6f95168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05c6f95168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05c6f95168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05c6f95168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05c6f95168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05c6f95168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05c6f95168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05c6f95168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05c6f9516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05c6f9516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05c6f95168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05c6f95168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05c6f95168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05c6f95168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05c6f95168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05c6f95168_0_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05c6f95168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05c6f95168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05c6f95168_0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05c6f95168_0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05c6f95168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05c6f95168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05c6f95168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05c6f95168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05c6f9516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05c6f9516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06c64f4bac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06c64f4bac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06c64f4bac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06c64f4bac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06c64f4bac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06c64f4bac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06c64f4bac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06c64f4bac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06c64f4ba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06c64f4ba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06c64f4ba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06c64f4ba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06c64f4ba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06c64f4ba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06c64f4ba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06c64f4ba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06c64f4bac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06c64f4bac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06c64f4ba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06c64f4bac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06c64f4ba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06c64f4bac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06c64f4bac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06c64f4bac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06c64f4bac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106c64f4bac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06c64f4ba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06c64f4ba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06c64f4bac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06c64f4bac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106c64f4bac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106c64f4bac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06c64f4bac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06c64f4bac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106c64f4ba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106c64f4ba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06c64f4ba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106c64f4ba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106c64f4bac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106c64f4bac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106c64f4bac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106c64f4bac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06c64f4bac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06c64f4bac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06c64f4bac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06c64f4bac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06c64f4ba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06c64f4ba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106c64f4bac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106c64f4bac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106c64f4bac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106c64f4bac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06c64f4bac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06c64f4bac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106c64f4ba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106c64f4ba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06c64f4bac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06c64f4bac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06c64f4bac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106c64f4bac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106c64f4bac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106c64f4bac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106c64f4bac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106c64f4bac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106c64f4bac_0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106c64f4bac_0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f52425737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f52425737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f524257377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f524257377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f524257377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2138" y="501650"/>
            <a:ext cx="4459287" cy="2508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f524257377_0_245:notes"/>
          <p:cNvSpPr txBox="1">
            <a:spLocks noGrp="1"/>
          </p:cNvSpPr>
          <p:nvPr>
            <p:ph type="body" idx="1"/>
          </p:nvPr>
        </p:nvSpPr>
        <p:spPr>
          <a:xfrm>
            <a:off x="564350" y="3176760"/>
            <a:ext cx="45150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f524257377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f524257377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f524257377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f524257377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f52425737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2138" y="501650"/>
            <a:ext cx="4459287" cy="2508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f524257377_0_434:notes"/>
          <p:cNvSpPr txBox="1">
            <a:spLocks noGrp="1"/>
          </p:cNvSpPr>
          <p:nvPr>
            <p:ph type="body" idx="1"/>
          </p:nvPr>
        </p:nvSpPr>
        <p:spPr>
          <a:xfrm>
            <a:off x="564350" y="3176760"/>
            <a:ext cx="4515000" cy="300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f524257377_0_5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f524257377_0_5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f524257377_0_6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4" name="Google Shape;664;gf524257377_0_6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f1e4b60d00_0_0:notes"/>
          <p:cNvSpPr txBox="1">
            <a:spLocks noGrp="1"/>
          </p:cNvSpPr>
          <p:nvPr>
            <p:ph type="body" idx="1"/>
          </p:nvPr>
        </p:nvSpPr>
        <p:spPr>
          <a:xfrm>
            <a:off x="685480" y="4343150"/>
            <a:ext cx="5487000" cy="41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gf1e4b60d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f524257377_0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f524257377_0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f524257377_0_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f524257377_0_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10039f9428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10039f9428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0039f94281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10039f94281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fbcdbe1c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fbcdbe1c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fbcdbe1cc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fbcdbe1cc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75" tIns="41775" rIns="83575" bIns="417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75" tIns="41775" rIns="83575" bIns="41775" anchor="t" anchorCtr="0">
            <a:normAutofit/>
          </a:bodyPr>
          <a:lstStyle>
            <a:lvl1pPr marL="457200" lvl="0" indent="-336550" algn="l" rtl="0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  <a:defRPr/>
            </a:lvl1pPr>
            <a:lvl2pPr marL="914400" lvl="1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  <a:defRPr/>
            </a:lvl2pPr>
            <a:lvl3pPr marL="1371600" lvl="2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  <a:defRPr/>
            </a:lvl3pPr>
            <a:lvl4pPr marL="1828800" lvl="3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  <a:defRPr/>
            </a:lvl4pPr>
            <a:lvl5pPr marL="2286000" lvl="4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  <a:defRPr/>
            </a:lvl5pPr>
            <a:lvl6pPr marL="2743200" lvl="5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■"/>
              <a:defRPr/>
            </a:lvl6pPr>
            <a:lvl7pPr marL="3200400" lvl="6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  <a:defRPr/>
            </a:lvl7pPr>
            <a:lvl8pPr marL="3657600" lvl="7" indent="-3365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  <a:defRPr/>
            </a:lvl8pPr>
            <a:lvl9pPr marL="4114800" lvl="8" indent="-336550" algn="l" rtl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75" tIns="41775" rIns="83575" bIns="417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75" tIns="41775" rIns="83575" bIns="4177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3575" tIns="41775" rIns="83575" bIns="417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ctrTitle"/>
          </p:nvPr>
        </p:nvSpPr>
        <p:spPr>
          <a:xfrm>
            <a:off x="685800" y="841772"/>
            <a:ext cx="77724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6pPr>
            <a:lvl7pPr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320040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3888" y="1282305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Calibri"/>
              <a:buNone/>
              <a:defRPr sz="52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3888" y="3442099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320040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320040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title"/>
          </p:nvPr>
        </p:nvSpPr>
        <p:spPr>
          <a:xfrm>
            <a:off x="629841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2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320040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 b="1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320040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0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0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2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4064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3pPr>
            <a:lvl4pPr marL="1828800" lvl="3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5pPr>
            <a:lvl6pPr marL="2743200" lvl="5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8" name="Google Shape;108;p22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9" name="Google Shape;109;p22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3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36828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940301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320040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 rot="5400000">
            <a:off x="5350051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 rot="5400000">
            <a:off x="1349476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3302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1pPr>
            <a:lvl2pPr marL="914400" lvl="1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marL="228600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6pPr>
            <a:lvl7pPr marL="320040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7pPr>
            <a:lvl8pPr marL="365760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8pPr>
            <a:lvl9pPr marL="411480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5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79200" tIns="39600" rIns="79200" bIns="396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lvl="0" indent="-381000" rtl="0">
              <a:spcBef>
                <a:spcPts val="900"/>
              </a:spcBef>
              <a:spcAft>
                <a:spcPts val="0"/>
              </a:spcAft>
              <a:buSzPts val="2400"/>
              <a:buChar char="•"/>
              <a:defRPr/>
            </a:lvl1pPr>
            <a:lvl2pPr marL="914400" lvl="1" indent="-361950" rtl="0">
              <a:spcBef>
                <a:spcPts val="4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29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4pPr>
            <a:lvl5pPr marL="2286000" lvl="4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5pPr>
            <a:lvl6pPr marL="2743200" lvl="5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6pPr>
            <a:lvl7pPr marL="3200400" lvl="6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7pPr>
            <a:lvl8pPr marL="3657600" lvl="7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8pPr>
            <a:lvl9pPr marL="4114800" lvl="8" indent="-330200" rtl="0">
              <a:spcBef>
                <a:spcPts val="4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79200" tIns="39600" rIns="79200" bIns="3960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Calibri"/>
              <a:buNone/>
              <a:defRPr sz="3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200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9200" tIns="39600" rIns="79200" bIns="396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4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4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3.tiff"/><Relationship Id="rId4" Type="http://schemas.openxmlformats.org/officeDocument/2006/relationships/image" Target="../media/image92.tif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jpe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9.jpeg"/><Relationship Id="rId5" Type="http://schemas.openxmlformats.org/officeDocument/2006/relationships/image" Target="../media/image98.jpeg"/><Relationship Id="rId4" Type="http://schemas.openxmlformats.org/officeDocument/2006/relationships/image" Target="../media/image97.jpe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1.tiff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jpeg"/><Relationship Id="rId3" Type="http://schemas.openxmlformats.org/officeDocument/2006/relationships/image" Target="../media/image103.jpeg"/><Relationship Id="rId7" Type="http://schemas.openxmlformats.org/officeDocument/2006/relationships/image" Target="../media/image107.jpe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6.jpeg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Photography year 9-11</a:t>
            </a:r>
            <a:endParaRPr dirty="0"/>
          </a:p>
        </p:txBody>
      </p:sp>
      <p:sp>
        <p:nvSpPr>
          <p:cNvPr id="140" name="Google Shape;140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Flynn Foster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7" name="Google Shape;1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9" name="Google Shape;1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66" name="Google Shape;16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3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9" name="Google Shape;17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subTitle" idx="1"/>
          </p:nvPr>
        </p:nvSpPr>
        <p:spPr>
          <a:xfrm>
            <a:off x="919000" y="29084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86" name="Google Shape;18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3" name="Google Shape;19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0" name="Google Shape;20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7" name="Google Shape;20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3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4" name="Google Shape;21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1" name="Google Shape;22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4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5" name="Google Shape;235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SHUTTER SPEED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39270310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Shutter Speed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Flynn Foster</a:t>
            </a:r>
          </a:p>
        </p:txBody>
      </p:sp>
    </p:spTree>
    <p:extLst>
      <p:ext uri="{BB962C8B-B14F-4D97-AF65-F5344CB8AC3E}">
        <p14:creationId xmlns:p14="http://schemas.microsoft.com/office/powerpoint/2010/main" val="21883882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0449C-104B-CB48-A520-44E5B5BF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Shutter speed photography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1D8BA-7B15-6149-BFE6-FE69AB2C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686191" cy="23581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Shutter speed photography is the speed that the camera shutter opens and closes at.</a:t>
            </a:r>
          </a:p>
          <a:p>
            <a:r>
              <a:rPr lang="en-US" dirty="0"/>
              <a:t>A fast shutter speed will let less light in and create a darker sharper image</a:t>
            </a:r>
          </a:p>
          <a:p>
            <a:r>
              <a:rPr lang="en-US" dirty="0"/>
              <a:t>A slow shutter speed image will let more light in and will create a lighter more blurry image </a:t>
            </a:r>
          </a:p>
          <a:p>
            <a:r>
              <a:rPr lang="en-US" dirty="0"/>
              <a:t>Trevor Williams is an example of a well known photographer who uses slow shutter speed to create ”light drawings” here is an example of his work:</a:t>
            </a:r>
          </a:p>
          <a:p>
            <a:endParaRPr lang="en-US" dirty="0"/>
          </a:p>
        </p:txBody>
      </p:sp>
      <p:pic>
        <p:nvPicPr>
          <p:cNvPr id="1026" name="Picture 2" descr="Shutter Speed in Photography: The Essential Guide">
            <a:extLst>
              <a:ext uri="{FF2B5EF4-FFF2-40B4-BE49-F238E27FC236}">
                <a16:creationId xmlns:a16="http://schemas.microsoft.com/office/drawing/2014/main" id="{657210BC-6589-214E-9264-509238967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144719" y="4013472"/>
            <a:ext cx="1999281" cy="113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 Fast Shutter Speed? (How and When to Use It!)">
            <a:extLst>
              <a:ext uri="{FF2B5EF4-FFF2-40B4-BE49-F238E27FC236}">
                <a16:creationId xmlns:a16="http://schemas.microsoft.com/office/drawing/2014/main" id="{6C32F9B4-6088-AE43-A9C0-2994D9D2A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47654" y="4013472"/>
            <a:ext cx="1697065" cy="1132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azing Light Paintings by Trevor Williams [25 pics] » TwistedSifter">
            <a:extLst>
              <a:ext uri="{FF2B5EF4-FFF2-40B4-BE49-F238E27FC236}">
                <a16:creationId xmlns:a16="http://schemas.microsoft.com/office/drawing/2014/main" id="{C9054E65-FC66-8F41-AD00-73FD2D2FE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10555" y="3390538"/>
            <a:ext cx="1668076" cy="1111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9996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mazing Light Paintings by Trevor Williams [25 pics] » TwistedSifter">
            <a:extLst>
              <a:ext uri="{FF2B5EF4-FFF2-40B4-BE49-F238E27FC236}">
                <a16:creationId xmlns:a16="http://schemas.microsoft.com/office/drawing/2014/main" id="{933901A0-5C9E-E74F-B0B9-DB53F6F2C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4353" y="1606256"/>
            <a:ext cx="3962866" cy="2640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652F81-211D-5B42-BD14-A72E3200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Shutter speed analysis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F32C95-DA70-3C4C-93EA-12240CEA2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06256"/>
            <a:ext cx="3943350" cy="3263400"/>
          </a:xfrm>
        </p:spPr>
        <p:txBody>
          <a:bodyPr/>
          <a:lstStyle/>
          <a:p>
            <a:pPr marL="120650" indent="0">
              <a:buNone/>
            </a:pPr>
            <a:r>
              <a:rPr lang="en-US" dirty="0"/>
              <a:t>Here is a good example of slow shutter speed photography. I like the effect of the image, and the way the light looks. The photographer has clearly used a slow shutter speed to create this image. I will take inspiration and use light and slow shutter speed to create a similar image. </a:t>
            </a:r>
          </a:p>
        </p:txBody>
      </p:sp>
    </p:spTree>
    <p:extLst>
      <p:ext uri="{BB962C8B-B14F-4D97-AF65-F5344CB8AC3E}">
        <p14:creationId xmlns:p14="http://schemas.microsoft.com/office/powerpoint/2010/main" val="3787979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Shutter speed practical</a:t>
            </a:r>
            <a:br>
              <a:rPr lang="en-GB" dirty="0"/>
            </a:b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823536-0E07-0143-8AC3-105B13EFAF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50532" y="858568"/>
            <a:ext cx="4893468" cy="326231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36631E-F4CA-3A4A-A1A0-44FFD285C663}"/>
              </a:ext>
            </a:extLst>
          </p:cNvPr>
          <p:cNvSpPr txBox="1"/>
          <p:nvPr/>
        </p:nvSpPr>
        <p:spPr>
          <a:xfrm>
            <a:off x="560422" y="974805"/>
            <a:ext cx="315390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my shutter speed practical. </a:t>
            </a:r>
          </a:p>
          <a:p>
            <a:endParaRPr lang="en-US" dirty="0"/>
          </a:p>
          <a:p>
            <a:r>
              <a:rPr lang="en-US" dirty="0"/>
              <a:t>I used fast shutter speed, however because the bird is still blurry I would have to use faster speed to get it </a:t>
            </a:r>
            <a:r>
              <a:rPr lang="en-US"/>
              <a:t>in focus.</a:t>
            </a:r>
            <a:endParaRPr lang="en-US" dirty="0"/>
          </a:p>
          <a:p>
            <a:endParaRPr lang="en-US" dirty="0"/>
          </a:p>
          <a:p>
            <a:r>
              <a:rPr lang="en-US" dirty="0"/>
              <a:t>I like the way it turned out. Next time I am going to stick to the plan and take a light photograph instead. I like the blur on the wings that was caused by fast shutter speed.</a:t>
            </a:r>
          </a:p>
        </p:txBody>
      </p:sp>
    </p:spTree>
    <p:extLst>
      <p:ext uri="{BB962C8B-B14F-4D97-AF65-F5344CB8AC3E}">
        <p14:creationId xmlns:p14="http://schemas.microsoft.com/office/powerpoint/2010/main" val="3281800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 shutter speed planning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39653" y="1059582"/>
            <a:ext cx="1850231" cy="138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09682" y="2679762"/>
            <a:ext cx="5562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I am  going to recreate this by using a fountain and fast shutter speed</a:t>
            </a:r>
          </a:p>
        </p:txBody>
      </p:sp>
    </p:spTree>
    <p:extLst>
      <p:ext uri="{BB962C8B-B14F-4D97-AF65-F5344CB8AC3E}">
        <p14:creationId xmlns:p14="http://schemas.microsoft.com/office/powerpoint/2010/main" val="4256383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DEPTH OF FIELD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2763366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6" name="Google Shape;25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4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0" name="Google Shape;270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4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7" name="Google Shape;27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4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4" name="Google Shape;28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4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1" name="Google Shape;29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5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8" name="Google Shape;29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5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5" name="Google Shape;30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5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2" name="Google Shape;31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5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9" name="Google Shape;319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6" name="Google Shape;32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5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3" name="Google Shape;333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5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0" name="Google Shape;34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5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7" name="Google Shape;347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MACRO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13947472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6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7" name="Google Shape;41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4" name="Google Shape;42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6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1" name="Google Shape;43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DOUBLE EXPOSURE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29562737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5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1" name="Google Shape;36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6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68" name="Google Shape;368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6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6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5" name="Google Shape;37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2" name="Google Shape;38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6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6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96" name="Google Shape;396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A-Z CHALLENGE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8230652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Visual Alphabet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 Flynn Foster</a:t>
            </a:r>
          </a:p>
        </p:txBody>
      </p:sp>
    </p:spTree>
    <p:extLst>
      <p:ext uri="{BB962C8B-B14F-4D97-AF65-F5344CB8AC3E}">
        <p14:creationId xmlns:p14="http://schemas.microsoft.com/office/powerpoint/2010/main" val="263982915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Slide</a:t>
            </a:r>
          </a:p>
        </p:txBody>
      </p:sp>
      <p:sp>
        <p:nvSpPr>
          <p:cNvPr id="5" name="AutoShape 4" descr="Alphabet Project - Lottie Simpkins GCSE Photography"/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spcFirstLastPara="1" vert="horz" wrap="square" lIns="68580" tIns="34290" rIns="68580" bIns="3429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sz="1350" dirty="0"/>
              <a:t>Visual Alphabet is showing letters through everyday items, such as buildings or furniture.</a:t>
            </a:r>
          </a:p>
          <a:p>
            <a:endParaRPr lang="en-GB" dirty="0"/>
          </a:p>
        </p:txBody>
      </p:sp>
      <p:sp>
        <p:nvSpPr>
          <p:cNvPr id="7" name="AutoShape 6" descr="Alphabet Project - Lottie Simpkins GCSE Photography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5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058" y="1609989"/>
            <a:ext cx="1732751" cy="19060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02" y="3469185"/>
            <a:ext cx="1397573" cy="15075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806" y="3516394"/>
            <a:ext cx="1734903" cy="129950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1767" y="1609988"/>
            <a:ext cx="2392073" cy="190603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3761" y="3487741"/>
            <a:ext cx="1578896" cy="111632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1557" y="3497838"/>
            <a:ext cx="1382157" cy="15378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5035" y="1609616"/>
            <a:ext cx="1888679" cy="188867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0" flipH="1" flipV="1">
            <a:off x="714839" y="1584385"/>
            <a:ext cx="1234793" cy="190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2786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Peter  de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29344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YEAR 10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FLYNN FOSTER</a:t>
            </a:r>
          </a:p>
        </p:txBody>
      </p:sp>
    </p:spTree>
    <p:extLst>
      <p:ext uri="{BB962C8B-B14F-4D97-AF65-F5344CB8AC3E}">
        <p14:creationId xmlns:p14="http://schemas.microsoft.com/office/powerpoint/2010/main" val="23175944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PHOTO CHALLENGE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10</a:t>
            </a:r>
          </a:p>
        </p:txBody>
      </p:sp>
    </p:spTree>
    <p:extLst>
      <p:ext uri="{BB962C8B-B14F-4D97-AF65-F5344CB8AC3E}">
        <p14:creationId xmlns:p14="http://schemas.microsoft.com/office/powerpoint/2010/main" val="11068981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7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7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38" name="Google Shape;43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7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5" name="Google Shape;44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7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2" name="Google Shape;45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7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9" name="Google Shape;459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7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7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6" name="Google Shape;46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725" y="0"/>
            <a:ext cx="685800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7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73" name="Google Shape;47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7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0" name="Google Shape;480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NICHOLAS GOODDEN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10</a:t>
            </a:r>
          </a:p>
        </p:txBody>
      </p:sp>
    </p:spTree>
    <p:extLst>
      <p:ext uri="{BB962C8B-B14F-4D97-AF65-F5344CB8AC3E}">
        <p14:creationId xmlns:p14="http://schemas.microsoft.com/office/powerpoint/2010/main" val="191706316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7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7" name="Google Shape;48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76" cy="514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7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4" name="Google Shape;49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7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1" name="Google Shape;501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8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8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08" name="Google Shape;50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LAURA WILLIAMS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10</a:t>
            </a:r>
          </a:p>
        </p:txBody>
      </p:sp>
    </p:spTree>
    <p:extLst>
      <p:ext uri="{BB962C8B-B14F-4D97-AF65-F5344CB8AC3E}">
        <p14:creationId xmlns:p14="http://schemas.microsoft.com/office/powerpoint/2010/main" val="29661047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8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9" name="Google Shape;52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8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6" name="Google Shape;536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8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3" name="Google Shape;54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8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0" name="Google Shape;55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8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8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7" name="Google Shape;55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8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8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4" name="Google Shape;564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8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1" name="Google Shape;57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MULTIPLE EXPOSURE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10</a:t>
            </a:r>
          </a:p>
        </p:txBody>
      </p:sp>
    </p:spTree>
    <p:extLst>
      <p:ext uri="{BB962C8B-B14F-4D97-AF65-F5344CB8AC3E}">
        <p14:creationId xmlns:p14="http://schemas.microsoft.com/office/powerpoint/2010/main" val="19945459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8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5" name="Google Shape;51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6375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8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2" name="Google Shape;52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9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8" name="Google Shape;578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9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9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5" name="Google Shape;58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9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9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2" name="Google Shape;59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YEAR 11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FLYNN FOSTER</a:t>
            </a:r>
          </a:p>
        </p:txBody>
      </p:sp>
    </p:spTree>
    <p:extLst>
      <p:ext uri="{BB962C8B-B14F-4D97-AF65-F5344CB8AC3E}">
        <p14:creationId xmlns:p14="http://schemas.microsoft.com/office/powerpoint/2010/main" val="23485012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PORTRAITURE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11</a:t>
            </a:r>
          </a:p>
        </p:txBody>
      </p:sp>
    </p:spTree>
    <p:extLst>
      <p:ext uri="{BB962C8B-B14F-4D97-AF65-F5344CB8AC3E}">
        <p14:creationId xmlns:p14="http://schemas.microsoft.com/office/powerpoint/2010/main" val="28802953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9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Chuck Close research</a:t>
            </a:r>
            <a:endParaRPr/>
          </a:p>
        </p:txBody>
      </p:sp>
      <p:sp>
        <p:nvSpPr>
          <p:cNvPr id="610" name="Google Shape;610;p9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Chuck Close was born in July 1940. He made abstract portraits of himself and others. He was paralysed in 1988. He is also a painter. He is famous for his photography style being very abstract.</a:t>
            </a:r>
            <a:endParaRPr/>
          </a:p>
        </p:txBody>
      </p:sp>
      <p:pic>
        <p:nvPicPr>
          <p:cNvPr id="611" name="Google Shape;611;p95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2571750"/>
            <a:ext cx="2099597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9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Chuck Close mood board </a:t>
            </a:r>
            <a:endParaRPr/>
          </a:p>
        </p:txBody>
      </p:sp>
      <p:sp>
        <p:nvSpPr>
          <p:cNvPr id="617" name="Google Shape;617;p9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18" name="Google Shape;618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8525" y="572700"/>
            <a:ext cx="2003475" cy="200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1" y="0"/>
            <a:ext cx="4600164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572704"/>
            <a:ext cx="2568525" cy="3307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96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2000" y="3341550"/>
            <a:ext cx="4600176" cy="1801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96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880650"/>
            <a:ext cx="1104666" cy="126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96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8525" y="2576175"/>
            <a:ext cx="2003475" cy="2145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96"/>
          <p:cNvPicPr preferRelativeResize="0"/>
          <p:nvPr/>
        </p:nvPicPr>
        <p:blipFill>
          <a:blip r:embed="rId9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4675" y="3880650"/>
            <a:ext cx="1683975" cy="1262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97"/>
          <p:cNvSpPr txBox="1"/>
          <p:nvPr/>
        </p:nvSpPr>
        <p:spPr>
          <a:xfrm>
            <a:off x="131618" y="756260"/>
            <a:ext cx="6043800" cy="4295100"/>
          </a:xfrm>
          <a:prstGeom prst="rect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50" tIns="36425" rIns="72850" bIns="36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1.</a:t>
            </a:r>
            <a:r>
              <a:rPr lang="en-GB" sz="1800">
                <a:solidFill>
                  <a:srgbClr val="595959"/>
                </a:solidFill>
              </a:rPr>
              <a:t>Chuck Close's photography style is very abstract, and includes a lot of editing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Describe the look of the image. </a:t>
            </a:r>
            <a:r>
              <a:rPr lang="en-GB" sz="1200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When was the image taken?</a:t>
            </a:r>
            <a:r>
              <a:rPr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What is the photographer trying to communicate about with this image? </a:t>
            </a:r>
            <a:endParaRPr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2.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kind of photography is this?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GB" sz="1200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Can you think of the technical terms you need to describe this type of work effectively? </a:t>
            </a:r>
            <a:r>
              <a:rPr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Research what these specific types are and try to show your knowledge of the process of this technique in your analysis- </a:t>
            </a:r>
            <a:r>
              <a:rPr lang="en-GB" sz="1200" b="1" i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include shutter speed, depth of field and any equipment used.</a:t>
            </a:r>
            <a:endParaRPr sz="1200" b="1" i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1200" b="1" i="1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3.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is this a successful image?  </a:t>
            </a:r>
            <a:r>
              <a:rPr lang="en-GB" sz="1200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Consider specific formal elements and how the photographer has used these to make the image successful. </a:t>
            </a:r>
            <a:r>
              <a:rPr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Explain how the photographer engages the viewer and explores the context of the image(person, place and time) by using specific formal elements. 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(Colours, background, pose, expression, </a:t>
            </a:r>
            <a:r>
              <a:rPr lang="en-GB" sz="1200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composition, cropping, lighting, </a:t>
            </a:r>
            <a:r>
              <a:rPr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DOF, polaroid)</a:t>
            </a:r>
            <a:endParaRPr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4.</a:t>
            </a:r>
            <a:r>
              <a:rPr lang="en-GB" sz="1200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What is the photographer trying to communicate with the viewer?</a:t>
            </a:r>
            <a:r>
              <a:rPr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 How is this communicated, how have they directed the viewer to this?</a:t>
            </a:r>
            <a:endParaRPr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120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5.</a:t>
            </a: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ideas will you take from this? How will you use this as inspiration? </a:t>
            </a:r>
            <a:r>
              <a:rPr lang="en-GB" sz="1200">
                <a:solidFill>
                  <a:srgbClr val="E46C0A"/>
                </a:solidFill>
                <a:latin typeface="Calibri"/>
                <a:ea typeface="Calibri"/>
                <a:cs typeface="Calibri"/>
                <a:sym typeface="Calibri"/>
              </a:rPr>
              <a:t>Can you be specific about how you might develop your own ideas in response?  </a:t>
            </a:r>
            <a:r>
              <a:rPr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Do you have a concept that you want to demonstrate in your own work which could take inspiration from this?  What will YOUR message be and how will you communicate it?</a:t>
            </a:r>
            <a:endParaRPr sz="1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97"/>
          <p:cNvSpPr/>
          <p:nvPr/>
        </p:nvSpPr>
        <p:spPr>
          <a:xfrm>
            <a:off x="131618" y="92120"/>
            <a:ext cx="8880900" cy="561000"/>
          </a:xfrm>
          <a:prstGeom prst="rect">
            <a:avLst/>
          </a:prstGeom>
          <a:solidFill>
            <a:srgbClr val="8E7CC3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50" tIns="36425" rIns="72850" bIns="36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Photographer</a:t>
            </a:r>
            <a:r>
              <a:rPr lang="en-GB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GB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Name: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Website link: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 of work: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1" name="Google Shape;63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3300" y="1130454"/>
            <a:ext cx="2568525" cy="330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79200" tIns="39600" rIns="79200" bIns="396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David Bailey research</a:t>
            </a:r>
            <a:endParaRPr/>
          </a:p>
        </p:txBody>
      </p:sp>
      <p:sp>
        <p:nvSpPr>
          <p:cNvPr id="637" name="Google Shape;637;p9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629700" cy="2280600"/>
          </a:xfrm>
          <a:prstGeom prst="rect">
            <a:avLst/>
          </a:prstGeom>
        </p:spPr>
        <p:txBody>
          <a:bodyPr spcFirstLastPara="1" wrap="square" lIns="79200" tIns="39600" rIns="79200" bIns="39600" anchor="t" anchorCtr="0">
            <a:norm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 sz="1600"/>
              <a:t>David Bailey was born in 1938 on the 2nd of January. He is known for photographing many famous fashion models and other celebrities. His style was portrait. </a:t>
            </a:r>
            <a:endParaRPr sz="16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9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79200" tIns="39600" rIns="79200" bIns="396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David Bailey mood board</a:t>
            </a:r>
            <a:endParaRPr/>
          </a:p>
        </p:txBody>
      </p:sp>
      <p:sp>
        <p:nvSpPr>
          <p:cNvPr id="643" name="Google Shape;643;p9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79200" tIns="39600" rIns="79200" bIns="39600" anchor="t" anchorCtr="0">
            <a:norm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4" name="Google Shape;64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1017725"/>
            <a:ext cx="2743668" cy="412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5" name="Google Shape;645;p99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675" y="2571750"/>
            <a:ext cx="3370852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99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4525" y="1017725"/>
            <a:ext cx="3029475" cy="412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99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3675" y="1017725"/>
            <a:ext cx="3370850" cy="15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0"/>
          <p:cNvSpPr txBox="1"/>
          <p:nvPr/>
        </p:nvSpPr>
        <p:spPr>
          <a:xfrm>
            <a:off x="131618" y="756260"/>
            <a:ext cx="6043800" cy="4295100"/>
          </a:xfrm>
          <a:prstGeom prst="rect">
            <a:avLst/>
          </a:prstGeom>
          <a:noFill/>
          <a:ln w="9525" cap="flat" cmpd="sng">
            <a:solidFill>
              <a:srgbClr val="4F81B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50" tIns="36425" rIns="72850" bIns="36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It looks abstract, and has been edited to be black and white.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2.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portrait photography. Abstract, Portrait, edited.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3.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 think it is successful at being a good black and white portrait. They used tone on his face to contour. The photo engages the viewer by using tone on his face to create detail.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4..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is trying to communicate that he is from an older generation. This is communicated by the fact that he is holding a gasmask.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5.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 will take ideas from this, some of these are holding something that shows i am from this generation. I am taking inspiration from Chuck Close because I like his photographic style.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00"/>
          <p:cNvSpPr/>
          <p:nvPr/>
        </p:nvSpPr>
        <p:spPr>
          <a:xfrm>
            <a:off x="131618" y="92120"/>
            <a:ext cx="8880900" cy="561000"/>
          </a:xfrm>
          <a:prstGeom prst="rect">
            <a:avLst/>
          </a:prstGeom>
          <a:solidFill>
            <a:srgbClr val="8E7CC3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2850" tIns="36425" rIns="72850" bIns="36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Photographer</a:t>
            </a:r>
            <a:r>
              <a:rPr lang="en-GB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</a:t>
            </a:r>
            <a:r>
              <a:rPr lang="en-GB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 Name: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Website link: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GB" sz="11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 of work:</a:t>
            </a: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4" name="Google Shape;65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8847" y="840913"/>
            <a:ext cx="2743668" cy="4125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10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79200" tIns="39600" rIns="79200" bIns="396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 edit</a:t>
            </a:r>
            <a:endParaRPr/>
          </a:p>
        </p:txBody>
      </p:sp>
      <p:sp>
        <p:nvSpPr>
          <p:cNvPr id="660" name="Google Shape;660;p10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36200" cy="3990900"/>
          </a:xfrm>
          <a:prstGeom prst="rect">
            <a:avLst/>
          </a:prstGeom>
        </p:spPr>
        <p:txBody>
          <a:bodyPr spcFirstLastPara="1" wrap="square" lIns="79200" tIns="39600" rIns="79200" bIns="39600" anchor="t" anchorCtr="0">
            <a:norm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/>
              <a:t>This is my Chuck Close edit. I think it was a good photo and edit but I think it could be better if it was taken with the camera portrait. Next time I will have the camera rotated so its portrait. I will also make the person I am photographing stand straight and look at the camera to make the image easier to work with. </a:t>
            </a:r>
            <a:endParaRPr/>
          </a:p>
        </p:txBody>
      </p:sp>
      <p:pic>
        <p:nvPicPr>
          <p:cNvPr id="661" name="Google Shape;661;p10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03425" y="1562900"/>
            <a:ext cx="3928873" cy="3580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0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Plan:</a:t>
            </a:r>
            <a:endParaRPr/>
          </a:p>
        </p:txBody>
      </p:sp>
      <p:sp>
        <p:nvSpPr>
          <p:cNvPr id="667" name="Google Shape;667;p10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200" dirty="0"/>
              <a:t>I am thinking of photographing Jamie. I am going to turn the camera so it is portrait. I am then going to edit the photo so it is black and white. </a:t>
            </a:r>
            <a:r>
              <a:rPr lang="en-GB" sz="7200" dirty="0" err="1" smtClean="0"/>
              <a:t>Im</a:t>
            </a:r>
            <a:r>
              <a:rPr lang="en-GB" sz="7200" smtClean="0"/>
              <a:t>    going </a:t>
            </a:r>
            <a:r>
              <a:rPr lang="en-GB" sz="7200" dirty="0" smtClean="0"/>
              <a:t>to take the picture </a:t>
            </a:r>
            <a:r>
              <a:rPr lang="en-GB" sz="7200" smtClean="0"/>
              <a:t>from straight on. </a:t>
            </a:r>
            <a:endParaRPr sz="72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5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dirty="0"/>
              <a:t> N 0 </a:t>
            </a:r>
            <a:endParaRPr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0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1882500" cy="313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75" tIns="41775" rIns="83575" bIns="417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 sz="1400"/>
              <a:t>Planning My Response</a:t>
            </a:r>
            <a:endParaRPr sz="1400"/>
          </a:p>
        </p:txBody>
      </p:sp>
      <p:graphicFrame>
        <p:nvGraphicFramePr>
          <p:cNvPr id="673" name="Google Shape;673;p103"/>
          <p:cNvGraphicFramePr/>
          <p:nvPr/>
        </p:nvGraphicFramePr>
        <p:xfrm>
          <a:off x="395536" y="627534"/>
          <a:ext cx="5207325" cy="4054000"/>
        </p:xfrm>
        <a:graphic>
          <a:graphicData uri="http://schemas.openxmlformats.org/drawingml/2006/table">
            <a:tbl>
              <a:tblPr firstRow="1" bandRow="1">
                <a:noFill/>
                <a:tableStyleId>{D98C175B-5923-425C-995E-F14A435B50D6}</a:tableStyleId>
              </a:tblPr>
              <a:tblGrid>
                <a:gridCol w="123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 u="none" strike="noStrike" cap="none"/>
                        <a:t>Elements to consider:</a:t>
                      </a:r>
                      <a:endParaRPr sz="10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Your notes (write in as much detail as you can)</a:t>
                      </a:r>
                      <a:endParaRPr sz="10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Who? 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Jamie Saul Paul</a:t>
                      </a:r>
                      <a:endParaRPr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Costume, props, pose, expression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Where?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Outside/studio</a:t>
                      </a:r>
                      <a:endParaRPr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Lighting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Camera flash/studio light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Composition/arrangement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Artist links and inspiration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Chuck Close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Edit ideas</a:t>
                      </a: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50" marR="91450" marT="34300" marB="343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Black and white, moody</a:t>
                      </a:r>
                      <a:endParaRPr sz="1400"/>
                    </a:p>
                  </a:txBody>
                  <a:tcPr marL="91450" marR="91450" marT="34300" marB="343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74" name="Google Shape;674;p103"/>
          <p:cNvSpPr txBox="1">
            <a:spLocks noGrp="1"/>
          </p:cNvSpPr>
          <p:nvPr>
            <p:ph type="body" idx="1"/>
          </p:nvPr>
        </p:nvSpPr>
        <p:spPr>
          <a:xfrm>
            <a:off x="5790045" y="627527"/>
            <a:ext cx="2964000" cy="4281300"/>
          </a:xfrm>
          <a:prstGeom prst="rect">
            <a:avLst/>
          </a:prstGeom>
          <a:solidFill>
            <a:schemeClr val="dk1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3575" tIns="41775" rIns="83575" bIns="41775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accent5"/>
                </a:solidFill>
              </a:rPr>
              <a:t>TASK:</a:t>
            </a:r>
            <a:endParaRPr sz="2100">
              <a:solidFill>
                <a:schemeClr val="accent5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INCLUDE YOUR RESPONSE PHOTOSHOOT PLAN</a:t>
            </a:r>
            <a:r>
              <a:rPr lang="en-GB">
                <a:solidFill>
                  <a:schemeClr val="lt1"/>
                </a:solidFill>
              </a:rPr>
              <a:t>: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What? Are you going to be doing...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Who? Will be in your photos...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Where? Will you take your photos...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How? Will you create shadow/highlight</a:t>
            </a:r>
            <a:endParaRPr>
              <a:solidFill>
                <a:schemeClr val="lt1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</a:rPr>
              <a:t>Why? Have you chosen this artist...</a:t>
            </a:r>
            <a:endParaRPr b="1" u="sng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0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79200" tIns="39600" rIns="79200" bIns="396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Complete edit 2</a:t>
            </a:r>
            <a:endParaRPr/>
          </a:p>
        </p:txBody>
      </p:sp>
      <p:sp>
        <p:nvSpPr>
          <p:cNvPr id="680" name="Google Shape;680;p104"/>
          <p:cNvSpPr txBox="1">
            <a:spLocks noGrp="1"/>
          </p:cNvSpPr>
          <p:nvPr>
            <p:ph type="body" idx="1"/>
          </p:nvPr>
        </p:nvSpPr>
        <p:spPr>
          <a:xfrm>
            <a:off x="3662475" y="1017725"/>
            <a:ext cx="5481600" cy="4125900"/>
          </a:xfrm>
          <a:prstGeom prst="rect">
            <a:avLst/>
          </a:prstGeom>
        </p:spPr>
        <p:txBody>
          <a:bodyPr spcFirstLastPara="1" wrap="square" lIns="79200" tIns="39600" rIns="79200" bIns="39600" anchor="t" anchorCtr="0">
            <a:normAutofit/>
          </a:bodyPr>
          <a:lstStyle/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GB"/>
              <a:t>This is my complete edit. I like the way it turned out. Next time I should make sure that the camera lens is focused and I have the camera portrait. </a:t>
            </a:r>
            <a:endParaRPr/>
          </a:p>
        </p:txBody>
      </p:sp>
      <p:pic>
        <p:nvPicPr>
          <p:cNvPr id="681" name="Google Shape;681;p104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017726"/>
            <a:ext cx="3662470" cy="2441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0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Plan </a:t>
            </a:r>
            <a:endParaRPr/>
          </a:p>
        </p:txBody>
      </p:sp>
      <p:sp>
        <p:nvSpPr>
          <p:cNvPr id="687" name="Google Shape;687;p10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What? I am going to be taking some portrait images.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Who? Jamie, Paul, Saul.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Where? Outside somewhere with a clear background.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How? I will create a shadow highlight when i’m editing.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Why? I'm going to take inspiration from David Bailey.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lang="en-GB" dirty="0"/>
              <a:t>DAVID HOCKNEY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YEAR 11</a:t>
            </a:r>
          </a:p>
        </p:txBody>
      </p:sp>
    </p:spTree>
    <p:extLst>
      <p:ext uri="{BB962C8B-B14F-4D97-AF65-F5344CB8AC3E}">
        <p14:creationId xmlns:p14="http://schemas.microsoft.com/office/powerpoint/2010/main" val="14512974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0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Research page David Hockney</a:t>
            </a:r>
            <a:endParaRPr/>
          </a:p>
        </p:txBody>
      </p:sp>
      <p:sp>
        <p:nvSpPr>
          <p:cNvPr id="699" name="Google Shape;699;p107"/>
          <p:cNvSpPr txBox="1">
            <a:spLocks noGrp="1"/>
          </p:cNvSpPr>
          <p:nvPr>
            <p:ph type="body" idx="1"/>
          </p:nvPr>
        </p:nvSpPr>
        <p:spPr>
          <a:xfrm>
            <a:off x="311700" y="1152600"/>
            <a:ext cx="4831800" cy="399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David Hockney is a photographer and artist he was born on the 9th of July 1937. He sold 2 pieces for 40 million. He mostly does Abstract Portrait and Joiner photography. He made joiners because he dislikes photos that are executed with a wide angle lens. He sold a painting in 2018 for 70.7 million pounds at auction. </a:t>
            </a:r>
            <a:endParaRPr dirty="0"/>
          </a:p>
        </p:txBody>
      </p:sp>
      <p:pic>
        <p:nvPicPr>
          <p:cNvPr id="700" name="Google Shape;70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500" y="534876"/>
            <a:ext cx="400050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E971041-B429-2247-A91A-8FA45B182D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356" y="3473201"/>
            <a:ext cx="1937288" cy="15513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64FB4D0-ED13-094E-BF17-D58E8293A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6096" y="3603178"/>
            <a:ext cx="1229532" cy="15292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5A4163-4458-BB41-8B6D-35C2D8659FFA}"/>
              </a:ext>
            </a:extLst>
          </p:cNvPr>
          <p:cNvSpPr txBox="1"/>
          <p:nvPr/>
        </p:nvSpPr>
        <p:spPr>
          <a:xfrm>
            <a:off x="2915780" y="3473201"/>
            <a:ext cx="13751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Key words:</a:t>
            </a:r>
          </a:p>
          <a:p>
            <a:r>
              <a:rPr lang="en-US" sz="1000" dirty="0"/>
              <a:t>Abstract</a:t>
            </a:r>
          </a:p>
          <a:p>
            <a:r>
              <a:rPr lang="en-US" sz="1000" dirty="0"/>
              <a:t>Layered </a:t>
            </a:r>
          </a:p>
          <a:p>
            <a:r>
              <a:rPr lang="en-US" sz="1000" dirty="0"/>
              <a:t>Puzzle</a:t>
            </a:r>
          </a:p>
          <a:p>
            <a:r>
              <a:rPr lang="en-US" sz="1000" dirty="0" err="1"/>
              <a:t>Colour</a:t>
            </a:r>
            <a:endParaRPr lang="en-US" sz="1000" dirty="0"/>
          </a:p>
          <a:p>
            <a:endParaRPr lang="en-US" sz="1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0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David Hockney Analysis  </a:t>
            </a:r>
            <a:endParaRPr/>
          </a:p>
        </p:txBody>
      </p:sp>
      <p:sp>
        <p:nvSpPr>
          <p:cNvPr id="706" name="Google Shape;706;p10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831800" cy="366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This image is of a man of a man smoking and looking around. This type of photography is called a joiner. This image is successful at showing how everyone thinks differently and has different opinions. He is trying to communicate that different opinions on different things, and that everyone is different. I will use the joiner style in my own edit, showing different angles. 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AEA4AC-4027-B943-933D-651783BCA3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03300" y="1295400"/>
            <a:ext cx="3429000" cy="3004457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C886F-91C2-5F48-90C5-94DBB467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Contact 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867DF6-6E67-CB4C-9732-F50ABF20FD5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700" y="1017725"/>
            <a:ext cx="6749143" cy="379639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F4BC98C-21A1-D749-A6A5-B104F07F51F2}"/>
              </a:ext>
            </a:extLst>
          </p:cNvPr>
          <p:cNvSpPr/>
          <p:nvPr/>
        </p:nvSpPr>
        <p:spPr>
          <a:xfrm>
            <a:off x="1796142" y="2436950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025D9D-9A0B-294A-9051-311247AAE6D9}"/>
              </a:ext>
            </a:extLst>
          </p:cNvPr>
          <p:cNvSpPr/>
          <p:nvPr/>
        </p:nvSpPr>
        <p:spPr>
          <a:xfrm>
            <a:off x="3152871" y="2436950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386032-2D6C-984D-8313-719C6C509ED4}"/>
              </a:ext>
            </a:extLst>
          </p:cNvPr>
          <p:cNvSpPr/>
          <p:nvPr/>
        </p:nvSpPr>
        <p:spPr>
          <a:xfrm>
            <a:off x="520521" y="3166293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37C4D9-886C-E74F-A80E-D412742E74F9}"/>
              </a:ext>
            </a:extLst>
          </p:cNvPr>
          <p:cNvSpPr/>
          <p:nvPr/>
        </p:nvSpPr>
        <p:spPr>
          <a:xfrm>
            <a:off x="4509600" y="2436949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0D2E6C-F73B-B84F-AB8B-3E59BBFCBC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5729" y="3844688"/>
            <a:ext cx="1454145" cy="969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E67157-4C93-6645-B036-7AB851C8773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5729" y="2770404"/>
            <a:ext cx="1454145" cy="9694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B15C89-5A4F-354D-9D0E-8DE0EE9F2EC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70580" y="1696120"/>
            <a:ext cx="1454145" cy="96943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F824E52-BD95-184E-B4C1-F077FA7A64AF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5730" y="621837"/>
            <a:ext cx="1454144" cy="96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0851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Transcription</a:t>
            </a:r>
            <a:endParaRPr dirty="0"/>
          </a:p>
        </p:txBody>
      </p:sp>
      <p:sp>
        <p:nvSpPr>
          <p:cNvPr id="713" name="Google Shape;713;p109"/>
          <p:cNvSpPr txBox="1">
            <a:spLocks noGrp="1"/>
          </p:cNvSpPr>
          <p:nvPr>
            <p:ph type="body" idx="1"/>
          </p:nvPr>
        </p:nvSpPr>
        <p:spPr>
          <a:xfrm>
            <a:off x="311700" y="4190047"/>
            <a:ext cx="8520600" cy="8500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/>
              <a:t>This is my transcription. I got the eyes in the middle and the tie at the bottom like the original. I don't like the way it has turned out. I think to improve it next time I should take more photos to improve the variety.</a:t>
            </a:r>
            <a:endParaRPr dirty="0"/>
          </a:p>
        </p:txBody>
      </p:sp>
      <p:pic>
        <p:nvPicPr>
          <p:cNvPr id="714" name="Google Shape;714;p10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25585" y="1018482"/>
            <a:ext cx="4572001" cy="3047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DDD76C4-79B8-9A41-A185-78C572B89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1017725"/>
            <a:ext cx="2667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57E5-8E0D-B64E-9C57-F34A5CB0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Contact sheet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0F4947-3E86-BF4D-8DCC-2462726DABA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700" y="1017725"/>
            <a:ext cx="6860579" cy="38590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101BEDD2-1A29-3843-B4C2-66F46A2BD639}"/>
              </a:ext>
            </a:extLst>
          </p:cNvPr>
          <p:cNvSpPr/>
          <p:nvPr/>
        </p:nvSpPr>
        <p:spPr>
          <a:xfrm>
            <a:off x="522514" y="1111453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9338BEE-ECD5-5C4B-84F0-BCCFD1677668}"/>
              </a:ext>
            </a:extLst>
          </p:cNvPr>
          <p:cNvSpPr/>
          <p:nvPr/>
        </p:nvSpPr>
        <p:spPr>
          <a:xfrm>
            <a:off x="1885924" y="1111452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709039-2625-8A42-A1A4-9D7467495D61}"/>
              </a:ext>
            </a:extLst>
          </p:cNvPr>
          <p:cNvSpPr/>
          <p:nvPr/>
        </p:nvSpPr>
        <p:spPr>
          <a:xfrm>
            <a:off x="3163538" y="1111451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33B5CF-B890-4E4B-9C66-9C7727B5FE38}"/>
              </a:ext>
            </a:extLst>
          </p:cNvPr>
          <p:cNvSpPr/>
          <p:nvPr/>
        </p:nvSpPr>
        <p:spPr>
          <a:xfrm>
            <a:off x="522514" y="2033603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E2FF690-B793-DE4C-9249-0E69AB62CB18}"/>
              </a:ext>
            </a:extLst>
          </p:cNvPr>
          <p:cNvSpPr/>
          <p:nvPr/>
        </p:nvSpPr>
        <p:spPr>
          <a:xfrm>
            <a:off x="522514" y="2887305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B448A5-7FC1-6D45-B0EE-81E5B7D07259}"/>
              </a:ext>
            </a:extLst>
          </p:cNvPr>
          <p:cNvSpPr/>
          <p:nvPr/>
        </p:nvSpPr>
        <p:spPr>
          <a:xfrm>
            <a:off x="1885924" y="2033603"/>
            <a:ext cx="1066800" cy="9579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C9748A-6A32-A949-A5BE-45BBF7E953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75852" y="845799"/>
            <a:ext cx="901957" cy="6013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39E904-3D27-564B-87DD-F669C226737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2448" y="1512131"/>
            <a:ext cx="888766" cy="5925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9ECCA3-4E37-624D-9E71-53C132A00DC0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7966" y="2151921"/>
            <a:ext cx="903248" cy="6021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C23FA1-FD65-CE43-9CDA-700A2B88E07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9715" y="3544748"/>
            <a:ext cx="901499" cy="6009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9075B4D-BDF8-1746-AEE7-0301315F7796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6525" y="4275801"/>
            <a:ext cx="901498" cy="6009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0D0C4AA-AA73-5C44-B16C-2FEF2FEB1D15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32838" y="2831010"/>
            <a:ext cx="955221" cy="636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1664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1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Standing edit 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AEC257-8AC9-1142-BF22-F0E05680A17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1700" y="1152475"/>
            <a:ext cx="3202506" cy="37176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409ADB-DCE5-4240-9C46-779C3EECAF0A}"/>
              </a:ext>
            </a:extLst>
          </p:cNvPr>
          <p:cNvSpPr txBox="1"/>
          <p:nvPr/>
        </p:nvSpPr>
        <p:spPr>
          <a:xfrm>
            <a:off x="3595607" y="658678"/>
            <a:ext cx="43860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my standing edit. I like how it turned out. It is inspired by David Hockney’s photography. It is multiple pictures of Paul standing by a wall.  This type of photography is called joiner </a:t>
            </a:r>
            <a:r>
              <a:rPr lang="en-US" dirty="0" smtClean="0"/>
              <a:t>photography. </a:t>
            </a:r>
            <a:r>
              <a:rPr lang="en-US" dirty="0" smtClean="0"/>
              <a:t>It is a few pictures of Paul edited onto one another and layered. 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1378</Words>
  <Application>Microsoft Office PowerPoint</Application>
  <PresentationFormat>On-screen Show (16:9)</PresentationFormat>
  <Paragraphs>229</Paragraphs>
  <Slides>101</Slides>
  <Notes>78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101</vt:i4>
      </vt:variant>
    </vt:vector>
  </HeadingPairs>
  <TitlesOfParts>
    <vt:vector size="105" baseType="lpstr">
      <vt:lpstr>Arial</vt:lpstr>
      <vt:lpstr>Calibri</vt:lpstr>
      <vt:lpstr>Simple Light</vt:lpstr>
      <vt:lpstr>Office Theme</vt:lpstr>
      <vt:lpstr>Photography year 9-11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SHUTTER SPEED</vt:lpstr>
      <vt:lpstr>Shutter Speed</vt:lpstr>
      <vt:lpstr>Shutter speed photography</vt:lpstr>
      <vt:lpstr>Shutter speed analysis </vt:lpstr>
      <vt:lpstr>Shutter speed practical </vt:lpstr>
      <vt:lpstr>Fast shutter speed planning </vt:lpstr>
      <vt:lpstr>DEPTH OF FIELD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MACRO</vt:lpstr>
      <vt:lpstr>PowerPoint Presentation</vt:lpstr>
      <vt:lpstr>PowerPoint Presentation</vt:lpstr>
      <vt:lpstr>PowerPoint Presentation</vt:lpstr>
      <vt:lpstr>PowerPoint Presentation</vt:lpstr>
      <vt:lpstr>DOUBLE EXPOSURE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A-Z CHALLENGE</vt:lpstr>
      <vt:lpstr>Visual Alphabet</vt:lpstr>
      <vt:lpstr>Research Slide</vt:lpstr>
      <vt:lpstr>Peter  de</vt:lpstr>
      <vt:lpstr>YEAR 10</vt:lpstr>
      <vt:lpstr>PHOTO CHALLENGE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NICHOLAS GOODDEN</vt:lpstr>
      <vt:lpstr>PowerPoint Presentation</vt:lpstr>
      <vt:lpstr>PowerPoint Presentation</vt:lpstr>
      <vt:lpstr>PowerPoint Presentation</vt:lpstr>
      <vt:lpstr>PowerPoint Presentation</vt:lpstr>
      <vt:lpstr>LAURA WILLIAMS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MULTIPLE EXPOSURE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YEAR 11</vt:lpstr>
      <vt:lpstr>PORTRAITURE</vt:lpstr>
      <vt:lpstr>Chuck Close research</vt:lpstr>
      <vt:lpstr>Chuck Close mood board </vt:lpstr>
      <vt:lpstr>PowerPoint Presentation</vt:lpstr>
      <vt:lpstr>David Bailey research</vt:lpstr>
      <vt:lpstr>David Bailey mood board</vt:lpstr>
      <vt:lpstr>PowerPoint Presentation</vt:lpstr>
      <vt:lpstr>My edit</vt:lpstr>
      <vt:lpstr>Plan:</vt:lpstr>
      <vt:lpstr>Planning My Response</vt:lpstr>
      <vt:lpstr>Complete edit 2</vt:lpstr>
      <vt:lpstr>Plan </vt:lpstr>
      <vt:lpstr>DAVID HOCKNEY</vt:lpstr>
      <vt:lpstr>Research page David Hockney</vt:lpstr>
      <vt:lpstr>David Hockney Analysis  </vt:lpstr>
      <vt:lpstr>Contact sheet</vt:lpstr>
      <vt:lpstr>Transcription</vt:lpstr>
      <vt:lpstr>Contact sheet</vt:lpstr>
      <vt:lpstr>Standing edit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Photography year 9-11</dc:title>
  <cp:lastModifiedBy>17ffoster</cp:lastModifiedBy>
  <cp:revision>16</cp:revision>
  <dcterms:modified xsi:type="dcterms:W3CDTF">2022-03-10T11:18:52Z</dcterms:modified>
</cp:coreProperties>
</file>